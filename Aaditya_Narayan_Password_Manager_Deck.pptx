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097280"/>
            <a:ext cx="4114800" cy="4114800"/>
          </a:xfrm>
          <a:prstGeom prst="ellipse">
            <a:avLst/>
          </a:prstGeom>
          <a:solidFill>
            <a:srgbClr val="2E5EA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0F4C5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4754880"/>
            <a:ext cx="2743200" cy="2743200"/>
          </a:xfrm>
          <a:prstGeom prst="ellipse">
            <a:avLst/>
          </a:prstGeom>
          <a:solidFill>
            <a:srgbClr val="E8A93B">
              <a:alpha val="3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051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Internship Report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146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 Manager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429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Python-based command-line credential manager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160520"/>
            <a:ext cx="2011680" cy="0"/>
          </a:xfrm>
          <a:prstGeom prst="line">
            <a:avLst/>
          </a:prstGeom>
          <a:noFill/>
          <a:ln w="25400">
            <a:solidFill>
              <a:srgbClr val="E8A9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38912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Aaditya Narayan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No.: 2410030971  |  Section: 3CSE23  |  Batch: 2024-28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Program: B.Tech CSE  |  Internship Domain: Python Programming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Period: 07 August 2026 – 09 September 2026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collaboration with Upskill Campus, The IoT Academy and UniConverge Technologies (UCT)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report 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EEF2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97380"/>
            <a:ext cx="457200" cy="457200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973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3736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Organization Profile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73736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EEF2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897380"/>
            <a:ext cx="457200" cy="4572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0" y="18973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812280" y="173736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EEF2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903220"/>
            <a:ext cx="457200" cy="457200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29032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74320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Technologies &amp; Architecture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35040" y="274320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EEF2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2903220"/>
            <a:ext cx="457200" cy="4572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17920" y="29032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274320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Implementation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EEF2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909060"/>
            <a:ext cx="457200" cy="457200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39090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374904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Results &amp; Learnings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035040" y="374904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EEF2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3909060"/>
            <a:ext cx="457200" cy="4572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17920" y="39090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812280" y="374904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Certificate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Password Manager, and what it does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949440" cy="4297680"/>
          </a:xfrm>
          <a:prstGeom prst="roundRect">
            <a:avLst>
              <a:gd name="adj" fmla="val 1702"/>
            </a:avLst>
          </a:prstGeom>
          <a:solidFill>
            <a:srgbClr val="EEF2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6309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practical, hands-on project during a Python Programming internship — not a standalone exercise.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a real, everyday problem: keeping track of website credentials without scattered notes.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together functions, loops, conditionals, dictionaries, file handling and JSON in one working tool.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launch, shows a simple menu: add a password, view saved passwords, or exit.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everything between runs in a local file, passwords.json.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0" y="1737360"/>
            <a:ext cx="3840480" cy="4297680"/>
          </a:xfrm>
          <a:prstGeom prst="roundRect">
            <a:avLst>
              <a:gd name="adj" fmla="val 1905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046720" y="1965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2377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26334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04672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33192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file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3749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40050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 menu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0" y="4434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46908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Weeks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5120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53766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PROFILE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internship was structured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EEF2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830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Partners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069080" y="17830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Upskill Campus, The IoT Academy and UniConverge Technologies (UCT)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953512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227832"/>
            <a:ext cx="457200" cy="4572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227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953512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69080" y="2953512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learning modules combined with knowledge checks and a hands-on project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123944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EEF2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398264"/>
            <a:ext cx="457200" cy="457200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398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123944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069080" y="4123944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Python modules building up to one complete, working application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294376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5568696"/>
            <a:ext cx="457200" cy="4572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55686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5294376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Deliverable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069080" y="5294376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tested Password Manager, published to a public GitHub repository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this project solves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EEF2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everyday pain point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juggle credentials for dozens of online services.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them manually — notebooks, sticky notes, scattered files — is disorganised and easy to lose track of.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simple, structured way to store and retrieve them locally without a heavyweight tool.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2E5EA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9224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delivers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42316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application that accepts website credentials and stores them in one structured local file.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menu-driven interface to retrieve saved credentials on demand.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to build on — this version is deliberately simple, with security features flagged as future work.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set out to build and learn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093976"/>
            <a:ext cx="292608" cy="292608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70432" y="178308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functional Password Manager using Python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78308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/>
        </p:spPr>
      </p:sp>
      <p:sp>
        <p:nvSpPr>
          <p:cNvPr id="8" name="Shape 6"/>
          <p:cNvSpPr/>
          <p:nvPr/>
        </p:nvSpPr>
        <p:spPr>
          <a:xfrm>
            <a:off x="6309360" y="2093976"/>
            <a:ext cx="292608" cy="292608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48272" y="178308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functions, conditionals, loops and file handling together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862072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3172968"/>
            <a:ext cx="292608" cy="29260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70432" y="2862072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credentials in a structured JSON format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2862072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/>
        </p:spPr>
      </p:sp>
      <p:sp>
        <p:nvSpPr>
          <p:cNvPr id="14" name="Shape 12"/>
          <p:cNvSpPr/>
          <p:nvPr/>
        </p:nvSpPr>
        <p:spPr>
          <a:xfrm>
            <a:off x="6309360" y="3172968"/>
            <a:ext cx="292608" cy="29260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48272" y="2862072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add and view operations via a CLI menu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41064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4251960"/>
            <a:ext cx="292608" cy="292608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170432" y="3941064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testing and debugging on a real, working program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3941064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0" y="4251960"/>
            <a:ext cx="292608" cy="292608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48272" y="3941064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experience publishing code on GitHub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PROJECT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 — and deliberately out — of this version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2E5EA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credential entry via command line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JSON-based persistent storage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and view operations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invalid-input handling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EEF2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9224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 (for now)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42316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of stored credentials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Master-password authentication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key storage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/ remote synchronization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5394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version is an educational prototype — these gaps are covered under Future Work.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stack behind the application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EEF2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1783080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783080"/>
            <a:ext cx="4754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logic and user interaction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743200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743200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Format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743200"/>
            <a:ext cx="4754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structured storage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EEF2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703320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json, os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3703320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Libraries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703320"/>
            <a:ext cx="4754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Serialization and file-existence checks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4663440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4663440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663440"/>
            <a:ext cx="4754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Editing, debugging and execution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62356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EEF2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5623560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3657600" y="5623560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5623560"/>
            <a:ext cx="4754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the source for submission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menu choice becomes a saved record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468880"/>
            <a:ext cx="1773936" cy="1645920"/>
          </a:xfrm>
          <a:prstGeom prst="roundRect">
            <a:avLst>
              <a:gd name="adj" fmla="val 4444"/>
            </a:avLst>
          </a:prstGeom>
          <a:solidFill>
            <a:srgbClr val="EEF2F7"/>
          </a:solidFill>
          <a:ln/>
        </p:spPr>
      </p:sp>
      <p:sp>
        <p:nvSpPr>
          <p:cNvPr id="5" name="Shape 3"/>
          <p:cNvSpPr/>
          <p:nvPr/>
        </p:nvSpPr>
        <p:spPr>
          <a:xfrm>
            <a:off x="1399032" y="2148840"/>
            <a:ext cx="438912" cy="438912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99032" y="21488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15910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(Menu Choice)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505456" y="2468880"/>
            <a:ext cx="365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871216" y="2468880"/>
            <a:ext cx="1773936" cy="1645920"/>
          </a:xfrm>
          <a:prstGeom prst="roundRect">
            <a:avLst>
              <a:gd name="adj" fmla="val 4444"/>
            </a:avLst>
          </a:prstGeom>
          <a:solidFill>
            <a:srgbClr val="EEF2F7"/>
          </a:solidFill>
          <a:ln/>
        </p:spPr>
      </p:sp>
      <p:sp>
        <p:nvSpPr>
          <p:cNvPr id="10" name="Shape 8"/>
          <p:cNvSpPr/>
          <p:nvPr/>
        </p:nvSpPr>
        <p:spPr>
          <a:xfrm>
            <a:off x="3538728" y="2148840"/>
            <a:ext cx="438912" cy="438912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38728" y="21488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962656" y="2606040"/>
            <a:ext cx="15910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645152" y="2468880"/>
            <a:ext cx="365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010912" y="2468880"/>
            <a:ext cx="1773936" cy="1645920"/>
          </a:xfrm>
          <a:prstGeom prst="roundRect">
            <a:avLst>
              <a:gd name="adj" fmla="val 4444"/>
            </a:avLst>
          </a:prstGeom>
          <a:solidFill>
            <a:srgbClr val="EEF2F7"/>
          </a:solidFill>
          <a:ln/>
        </p:spPr>
      </p:sp>
      <p:sp>
        <p:nvSpPr>
          <p:cNvPr id="15" name="Shape 13"/>
          <p:cNvSpPr/>
          <p:nvPr/>
        </p:nvSpPr>
        <p:spPr>
          <a:xfrm>
            <a:off x="5678424" y="2148840"/>
            <a:ext cx="438912" cy="438912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678424" y="21488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102352" y="2606040"/>
            <a:ext cx="15910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View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Logic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784848" y="2468880"/>
            <a:ext cx="365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150608" y="2468880"/>
            <a:ext cx="1773936" cy="1645920"/>
          </a:xfrm>
          <a:prstGeom prst="roundRect">
            <a:avLst>
              <a:gd name="adj" fmla="val 4444"/>
            </a:avLst>
          </a:prstGeom>
          <a:solidFill>
            <a:srgbClr val="EEF2F7"/>
          </a:solidFill>
          <a:ln/>
        </p:spPr>
      </p:sp>
      <p:sp>
        <p:nvSpPr>
          <p:cNvPr id="20" name="Shape 18"/>
          <p:cNvSpPr/>
          <p:nvPr/>
        </p:nvSpPr>
        <p:spPr>
          <a:xfrm>
            <a:off x="7818120" y="2148840"/>
            <a:ext cx="438912" cy="438912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818120" y="21488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242048" y="2606040"/>
            <a:ext cx="15910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Storage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(passwords.json)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924544" y="2468880"/>
            <a:ext cx="365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290304" y="2468880"/>
            <a:ext cx="1773936" cy="1645920"/>
          </a:xfrm>
          <a:prstGeom prst="roundRect">
            <a:avLst>
              <a:gd name="adj" fmla="val 4444"/>
            </a:avLst>
          </a:prstGeom>
          <a:solidFill>
            <a:srgbClr val="2E5EAA"/>
          </a:solidFill>
          <a:ln/>
        </p:spPr>
      </p:sp>
      <p:sp>
        <p:nvSpPr>
          <p:cNvPr id="25" name="Shape 23"/>
          <p:cNvSpPr/>
          <p:nvPr/>
        </p:nvSpPr>
        <p:spPr>
          <a:xfrm>
            <a:off x="9957816" y="2148840"/>
            <a:ext cx="438912" cy="438912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957816" y="21488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381744" y="2606040"/>
            <a:ext cx="15910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57200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68680" y="457200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each operation into its own function kept the program easy to test piece by piece, and easy to extend later without touching unrelated code.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steps, start to finish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0F4C5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11680"/>
            <a:ext cx="384048" cy="384048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60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Understanding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260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the core operations a minimal password manager needs.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79392" y="17830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0F4C5C"/>
          </a:solidFill>
          <a:ln/>
        </p:spPr>
      </p:sp>
      <p:sp>
        <p:nvSpPr>
          <p:cNvPr id="10" name="Shape 8"/>
          <p:cNvSpPr/>
          <p:nvPr/>
        </p:nvSpPr>
        <p:spPr>
          <a:xfrm>
            <a:off x="4507992" y="2011680"/>
            <a:ext cx="384048" cy="384048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07992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07992" y="2560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07992" y="29260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program into functions: load, save, add, view.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10144" y="17830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0F4C5C"/>
          </a:solidFill>
          <a:ln/>
        </p:spPr>
      </p:sp>
      <p:sp>
        <p:nvSpPr>
          <p:cNvPr id="15" name="Shape 13"/>
          <p:cNvSpPr/>
          <p:nvPr/>
        </p:nvSpPr>
        <p:spPr>
          <a:xfrm>
            <a:off x="8238744" y="2011680"/>
            <a:ext cx="384048" cy="384048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38744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238744" y="2560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38744" y="29260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 dictionary in memory and the json module to persist it.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069080"/>
            <a:ext cx="384048" cy="384048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069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617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Interaction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9834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Wrapped it in a loop with a text menu and conditional routing.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79392" y="38404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07992" y="4069080"/>
            <a:ext cx="384048" cy="384048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07992" y="4069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507992" y="4617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07992" y="49834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valid and deliberately invalid inputs to check behaviour.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10144" y="38404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38744" y="4069080"/>
            <a:ext cx="384048" cy="384048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38744" y="4069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238744" y="4617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238744" y="49834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 the finished code to a public GitHub repository.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IMPLEMENTATION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the hood: two small functions carry the storage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load_passwords()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whether passwords.json exists and loads it; otherwise starts with an empty dictionary.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save_passwords(data)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current dictionary back to the file in readable, indented JSON.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add_password() / view_passwords()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 new entry and insert it into the dictionary, or read back and print all saved records.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760720" y="1783080"/>
            <a:ext cx="5852160" cy="4206240"/>
          </a:xfrm>
          <a:prstGeom prst="roundRect">
            <a:avLst>
              <a:gd name="adj" fmla="val 1739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035040" y="19659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PasswordManager.py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2331720"/>
            <a:ext cx="53035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7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7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7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= "passwords.json"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7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load_passwords():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7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os.path.exists(FILE):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7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 open(FILE, "r") as f: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7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json.load(f)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7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{}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7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save_passwords(data):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7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open(FILE, "w") as f: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7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json.dump(data, f, indent=4)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core scenario passed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EF2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TC-01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1783080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start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78308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menu appears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332720" y="178308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532888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2532888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TC-02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2532888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credential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53288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saved to file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0332720" y="2532888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82696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EF2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282696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TC-03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103120" y="3282696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credentials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3282696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credentials listed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0332720" y="3282696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03250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22960" y="4032504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TC-04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2103120" y="4032504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storage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4032504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passwords saved" message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0332720" y="4032504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782312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EF2F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4782312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TC-05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2103120" y="4782312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478231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terminates cleanly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0332720" y="4782312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553212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22960" y="5532120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TC-06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2103120" y="5532120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option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309360" y="553212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"Invalid choice" message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10332720" y="553212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LEARNINGS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syntax to a working application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EEF2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Functions, control flow and loops for a menu-driven app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for structured in-memory data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writing files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serialization and deserialization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input handling and debugging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a GitHub repository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2E5EA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9224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&amp; Career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42316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a vague requirement into concrete, buildable steps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each piece as I went, not just at the end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upfront in docs about what the project doesn't do yet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Sharpened interest in databases, security and interfaces beyond the CLI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SCOPE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the prototype into something usable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0F4C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31089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stored credentials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master password / login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encryption keys properly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password input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79392" y="178308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EEF2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07992" y="1965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07992" y="2423160"/>
            <a:ext cx="31089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strong-password generator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edit and delete entries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Password-strength check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Categories, notes, timestamps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10144" y="178308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EEF2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38744" y="1965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38744" y="2423160"/>
            <a:ext cx="31089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SQLite as data grows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unit tests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GUI or web front end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exception handling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2E5EA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572000"/>
            <a:ext cx="2926080" cy="2926080"/>
          </a:xfrm>
          <a:prstGeom prst="ellipse">
            <a:avLst/>
          </a:prstGeom>
          <a:solidFill>
            <a:srgbClr val="0F4C5C">
              <a:alpha val="6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COMPLETION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of successful completion</a:t>
            </a:r>
            <a:endParaRPr lang="en-US" sz="2800" dirty="0"/>
          </a:p>
        </p:txBody>
      </p:sp>
      <p:pic>
        <p:nvPicPr>
          <p:cNvPr id="6" name="Image 0" descr="/home/claude/report/cert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0360" y="1691640"/>
            <a:ext cx="6400800" cy="43708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880360" y="1691640"/>
            <a:ext cx="6400800" cy="4370832"/>
          </a:xfrm>
          <a:prstGeom prst="roundRect">
            <a:avLst>
              <a:gd name="adj" fmla="val 1046"/>
            </a:avLst>
          </a:prstGeom>
          <a:ln w="19050">
            <a:solidFill>
              <a:srgbClr val="E8A9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-1828800"/>
            <a:ext cx="4572000" cy="4572000"/>
          </a:xfrm>
          <a:prstGeom prst="ellipse">
            <a:avLst/>
          </a:prstGeom>
          <a:solidFill>
            <a:srgbClr val="2E5EAA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286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3977640"/>
            <a:ext cx="2011680" cy="0"/>
          </a:xfrm>
          <a:prstGeom prst="line">
            <a:avLst/>
          </a:prstGeom>
          <a:noFill/>
          <a:ln w="25400">
            <a:solidFill>
              <a:srgbClr val="E8A9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420624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Software Foundation — Python Documentation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json module documentation and examples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Documentation — repositories and source hosting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Upskill Campus / The IoT Academy internship learning resources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2026-09-10T09:12:19Z</dcterms:created>
  <dcterms:modified xsi:type="dcterms:W3CDTF">2026-09-10T09:12:19Z</dcterms:modified>
</cp:coreProperties>
</file>